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3C2DB1-E4AB-4606-ADD8-D744BF56282F}" v="4" dt="2025-12-28T12:45:42.487"/>
    <p1510:client id="{8D37A607-3D48-4469-9964-4EEE01B8A7CA}" v="70" dt="2025-12-28T03:28:50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sh maida" userId="50b8612deff7f4d1" providerId="LiveId" clId="{C7E5B8C6-F27B-4CC0-9F68-AD429DC87812}"/>
    <pc:docChg chg="undo custSel modSld modMainMaster">
      <pc:chgData name="Ashish maida" userId="50b8612deff7f4d1" providerId="LiveId" clId="{C7E5B8C6-F27B-4CC0-9F68-AD429DC87812}" dt="2025-12-28T12:50:57.694" v="274" actId="5793"/>
      <pc:docMkLst>
        <pc:docMk/>
      </pc:docMkLst>
      <pc:sldChg chg="addSp delSp modSp mod modTransition setBg addAnim delAnim setClrOvrMap delDesignElem">
        <pc:chgData name="Ashish maida" userId="50b8612deff7f4d1" providerId="LiveId" clId="{C7E5B8C6-F27B-4CC0-9F68-AD429DC87812}" dt="2025-12-28T08:51:58.379" v="183" actId="1076"/>
        <pc:sldMkLst>
          <pc:docMk/>
          <pc:sldMk cId="0" sldId="256"/>
        </pc:sldMkLst>
        <pc:spChg chg="mod ord">
          <ac:chgData name="Ashish maida" userId="50b8612deff7f4d1" providerId="LiveId" clId="{C7E5B8C6-F27B-4CC0-9F68-AD429DC87812}" dt="2025-12-28T08:51:51.606" v="18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shish maida" userId="50b8612deff7f4d1" providerId="LiveId" clId="{C7E5B8C6-F27B-4CC0-9F68-AD429DC87812}" dt="2025-12-28T08:51:58.379" v="183" actId="107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Ashish maida" userId="50b8612deff7f4d1" providerId="LiveId" clId="{C7E5B8C6-F27B-4CC0-9F68-AD429DC87812}" dt="2025-12-28T02:55:31.319" v="8"/>
          <ac:spMkLst>
            <pc:docMk/>
            <pc:sldMk cId="0" sldId="256"/>
            <ac:spMk id="8" creationId="{2B731151-418C-4F0C-BFEC-3E68137FF0E5}"/>
          </ac:spMkLst>
        </pc:spChg>
        <pc:spChg chg="add del">
          <ac:chgData name="Ashish maida" userId="50b8612deff7f4d1" providerId="LiveId" clId="{C7E5B8C6-F27B-4CC0-9F68-AD429DC87812}" dt="2025-12-28T02:55:20.730" v="5" actId="26606"/>
          <ac:spMkLst>
            <pc:docMk/>
            <pc:sldMk cId="0" sldId="256"/>
            <ac:spMk id="9" creationId="{A4322390-8B58-46BE-88EB-D9FD30C08743}"/>
          </ac:spMkLst>
        </pc:spChg>
        <pc:spChg chg="add del">
          <ac:chgData name="Ashish maida" userId="50b8612deff7f4d1" providerId="LiveId" clId="{C7E5B8C6-F27B-4CC0-9F68-AD429DC87812}" dt="2025-12-28T02:55:31.319" v="8"/>
          <ac:spMkLst>
            <pc:docMk/>
            <pc:sldMk cId="0" sldId="256"/>
            <ac:spMk id="10" creationId="{41D25EAF-C5BE-4B57-A0E1-BA35B7C83F54}"/>
          </ac:spMkLst>
        </pc:spChg>
        <pc:spChg chg="add del">
          <ac:chgData name="Ashish maida" userId="50b8612deff7f4d1" providerId="LiveId" clId="{C7E5B8C6-F27B-4CC0-9F68-AD429DC87812}" dt="2025-12-28T02:55:20.730" v="5" actId="26606"/>
          <ac:spMkLst>
            <pc:docMk/>
            <pc:sldMk cId="0" sldId="256"/>
            <ac:spMk id="11" creationId="{C885E190-58DD-42DD-A4A8-401E15C92A52}"/>
          </ac:spMkLst>
        </pc:spChg>
        <pc:picChg chg="add del">
          <ac:chgData name="Ashish maida" userId="50b8612deff7f4d1" providerId="LiveId" clId="{C7E5B8C6-F27B-4CC0-9F68-AD429DC87812}" dt="2025-12-28T02:55:20.730" v="5" actId="26606"/>
          <ac:picMkLst>
            <pc:docMk/>
            <pc:sldMk cId="0" sldId="256"/>
            <ac:picMk id="5" creationId="{F8315C5D-85EB-35FF-19B2-F24C7C196EB7}"/>
          </ac:picMkLst>
        </pc:picChg>
      </pc:sldChg>
      <pc:sldChg chg="addSp delSp modSp mod modTransition setBg delDesignElem">
        <pc:chgData name="Ashish maida" userId="50b8612deff7f4d1" providerId="LiveId" clId="{C7E5B8C6-F27B-4CC0-9F68-AD429DC87812}" dt="2025-12-28T08:33:55.920" v="181" actId="1076"/>
        <pc:sldMkLst>
          <pc:docMk/>
          <pc:sldMk cId="0" sldId="257"/>
        </pc:sldMkLst>
        <pc:spChg chg="mod">
          <ac:chgData name="Ashish maida" userId="50b8612deff7f4d1" providerId="LiveId" clId="{C7E5B8C6-F27B-4CC0-9F68-AD429DC87812}" dt="2025-12-28T08:33:47.211" v="180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shish maida" userId="50b8612deff7f4d1" providerId="LiveId" clId="{C7E5B8C6-F27B-4CC0-9F68-AD429DC87812}" dt="2025-12-28T08:33:55.920" v="181" actId="107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Ashish maida" userId="50b8612deff7f4d1" providerId="LiveId" clId="{C7E5B8C6-F27B-4CC0-9F68-AD429DC87812}" dt="2025-12-28T03:28:50.490" v="159"/>
          <ac:spMkLst>
            <pc:docMk/>
            <pc:sldMk cId="0" sldId="257"/>
            <ac:spMk id="8" creationId="{CADF2543-1B6F-4FBC-A7AF-53A0430E05AB}"/>
          </ac:spMkLst>
        </pc:spChg>
        <pc:grpChg chg="add del">
          <ac:chgData name="Ashish maida" userId="50b8612deff7f4d1" providerId="LiveId" clId="{C7E5B8C6-F27B-4CC0-9F68-AD429DC87812}" dt="2025-12-28T03:28:50.490" v="159"/>
          <ac:grpSpMkLst>
            <pc:docMk/>
            <pc:sldMk cId="0" sldId="257"/>
            <ac:grpSpMk id="10" creationId="{A80A6E81-6B71-43DF-877B-E964A9A4CB68}"/>
          </ac:grpSpMkLst>
        </pc:grpChg>
        <pc:graphicFrameChg chg="add del">
          <ac:chgData name="Ashish maida" userId="50b8612deff7f4d1" providerId="LiveId" clId="{C7E5B8C6-F27B-4CC0-9F68-AD429DC87812}" dt="2025-12-28T03:05:53.652" v="45"/>
          <ac:graphicFrameMkLst>
            <pc:docMk/>
            <pc:sldMk cId="0" sldId="257"/>
            <ac:graphicFrameMk id="4" creationId="{F4590787-9FCC-091C-3FA5-50DB534E34F9}"/>
          </ac:graphicFrameMkLst>
        </pc:graphicFrameChg>
        <pc:graphicFrameChg chg="add del mod">
          <ac:chgData name="Ashish maida" userId="50b8612deff7f4d1" providerId="LiveId" clId="{C7E5B8C6-F27B-4CC0-9F68-AD429DC87812}" dt="2025-12-28T03:05:53.078" v="44"/>
          <ac:graphicFrameMkLst>
            <pc:docMk/>
            <pc:sldMk cId="0" sldId="257"/>
            <ac:graphicFrameMk id="5" creationId="{2F05A230-8A5E-1260-7ABC-39B8B8522E7C}"/>
          </ac:graphicFrameMkLst>
        </pc:graphicFrameChg>
      </pc:sldChg>
      <pc:sldChg chg="addSp delSp modSp mod modTransition setBg delDesignElem">
        <pc:chgData name="Ashish maida" userId="50b8612deff7f4d1" providerId="LiveId" clId="{C7E5B8C6-F27B-4CC0-9F68-AD429DC87812}" dt="2025-12-28T12:37:47.208" v="206" actId="115"/>
        <pc:sldMkLst>
          <pc:docMk/>
          <pc:sldMk cId="0" sldId="258"/>
        </pc:sldMkLst>
        <pc:spChg chg="mod">
          <ac:chgData name="Ashish maida" userId="50b8612deff7f4d1" providerId="LiveId" clId="{C7E5B8C6-F27B-4CC0-9F68-AD429DC87812}" dt="2025-12-28T08:33:21.557" v="178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Ashish maida" userId="50b8612deff7f4d1" providerId="LiveId" clId="{C7E5B8C6-F27B-4CC0-9F68-AD429DC87812}" dt="2025-12-28T12:33:37.966" v="185" actId="14100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Ashish maida" userId="50b8612deff7f4d1" providerId="LiveId" clId="{C7E5B8C6-F27B-4CC0-9F68-AD429DC87812}" dt="2025-12-28T12:37:47.208" v="206" actId="115"/>
          <ac:spMkLst>
            <pc:docMk/>
            <pc:sldMk cId="0" sldId="258"/>
            <ac:spMk id="5" creationId="{A79CD336-69CB-5C01-1670-51AEE821A531}"/>
          </ac:spMkLst>
        </pc:spChg>
        <pc:spChg chg="add del">
          <ac:chgData name="Ashish maida" userId="50b8612deff7f4d1" providerId="LiveId" clId="{C7E5B8C6-F27B-4CC0-9F68-AD429DC87812}" dt="2025-12-28T03:28:50.490" v="159"/>
          <ac:spMkLst>
            <pc:docMk/>
            <pc:sldMk cId="0" sldId="258"/>
            <ac:spMk id="8" creationId="{CADF2543-1B6F-4FBC-A7AF-53A0430E05AB}"/>
          </ac:spMkLst>
        </pc:spChg>
        <pc:grpChg chg="add del">
          <ac:chgData name="Ashish maida" userId="50b8612deff7f4d1" providerId="LiveId" clId="{C7E5B8C6-F27B-4CC0-9F68-AD429DC87812}" dt="2025-12-28T03:28:50.490" v="159"/>
          <ac:grpSpMkLst>
            <pc:docMk/>
            <pc:sldMk cId="0" sldId="258"/>
            <ac:grpSpMk id="10" creationId="{A80A6E81-6B71-43DF-877B-E964A9A4CB68}"/>
          </ac:grpSpMkLst>
        </pc:grpChg>
      </pc:sldChg>
      <pc:sldChg chg="addSp delSp modSp mod modTransition setBg delDesignElem">
        <pc:chgData name="Ashish maida" userId="50b8612deff7f4d1" providerId="LiveId" clId="{C7E5B8C6-F27B-4CC0-9F68-AD429DC87812}" dt="2025-12-28T12:37:56.257" v="207" actId="115"/>
        <pc:sldMkLst>
          <pc:docMk/>
          <pc:sldMk cId="0" sldId="259"/>
        </pc:sldMkLst>
        <pc:spChg chg="mod">
          <ac:chgData name="Ashish maida" userId="50b8612deff7f4d1" providerId="LiveId" clId="{C7E5B8C6-F27B-4CC0-9F68-AD429DC87812}" dt="2025-12-28T08:33:02.412" v="176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Ashish maida" userId="50b8612deff7f4d1" providerId="LiveId" clId="{C7E5B8C6-F27B-4CC0-9F68-AD429DC87812}" dt="2025-12-28T08:33:08.786" v="177" actId="1076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Ashish maida" userId="50b8612deff7f4d1" providerId="LiveId" clId="{C7E5B8C6-F27B-4CC0-9F68-AD429DC87812}" dt="2025-12-28T12:37:56.257" v="207" actId="115"/>
          <ac:spMkLst>
            <pc:docMk/>
            <pc:sldMk cId="0" sldId="259"/>
            <ac:spMk id="5" creationId="{0BE3EC4D-66CB-1D5A-D8C3-E5971AE6B3E4}"/>
          </ac:spMkLst>
        </pc:spChg>
        <pc:spChg chg="add del">
          <ac:chgData name="Ashish maida" userId="50b8612deff7f4d1" providerId="LiveId" clId="{C7E5B8C6-F27B-4CC0-9F68-AD429DC87812}" dt="2025-12-28T03:28:50.490" v="159"/>
          <ac:spMkLst>
            <pc:docMk/>
            <pc:sldMk cId="0" sldId="259"/>
            <ac:spMk id="8" creationId="{CADF2543-1B6F-4FBC-A7AF-53A0430E05AB}"/>
          </ac:spMkLst>
        </pc:spChg>
        <pc:grpChg chg="add del">
          <ac:chgData name="Ashish maida" userId="50b8612deff7f4d1" providerId="LiveId" clId="{C7E5B8C6-F27B-4CC0-9F68-AD429DC87812}" dt="2025-12-28T03:28:50.490" v="159"/>
          <ac:grpSpMkLst>
            <pc:docMk/>
            <pc:sldMk cId="0" sldId="259"/>
            <ac:grpSpMk id="10" creationId="{A80A6E81-6B71-43DF-877B-E964A9A4CB68}"/>
          </ac:grpSpMkLst>
        </pc:grpChg>
      </pc:sldChg>
      <pc:sldChg chg="addSp delSp modSp mod modTransition setBg delDesignElem">
        <pc:chgData name="Ashish maida" userId="50b8612deff7f4d1" providerId="LiveId" clId="{C7E5B8C6-F27B-4CC0-9F68-AD429DC87812}" dt="2025-12-28T12:39:27.493" v="214" actId="2710"/>
        <pc:sldMkLst>
          <pc:docMk/>
          <pc:sldMk cId="0" sldId="260"/>
        </pc:sldMkLst>
        <pc:spChg chg="mod">
          <ac:chgData name="Ashish maida" userId="50b8612deff7f4d1" providerId="LiveId" clId="{C7E5B8C6-F27B-4CC0-9F68-AD429DC87812}" dt="2025-12-28T08:32:41.894" v="17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shish maida" userId="50b8612deff7f4d1" providerId="LiveId" clId="{C7E5B8C6-F27B-4CC0-9F68-AD429DC87812}" dt="2025-12-28T08:32:48.757" v="175" actId="1076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Ashish maida" userId="50b8612deff7f4d1" providerId="LiveId" clId="{C7E5B8C6-F27B-4CC0-9F68-AD429DC87812}" dt="2025-12-28T12:39:27.493" v="214" actId="2710"/>
          <ac:spMkLst>
            <pc:docMk/>
            <pc:sldMk cId="0" sldId="260"/>
            <ac:spMk id="5" creationId="{EB336903-DA82-0AB5-08A5-B2C1C22C8659}"/>
          </ac:spMkLst>
        </pc:spChg>
        <pc:spChg chg="add del">
          <ac:chgData name="Ashish maida" userId="50b8612deff7f4d1" providerId="LiveId" clId="{C7E5B8C6-F27B-4CC0-9F68-AD429DC87812}" dt="2025-12-28T03:28:50.490" v="159"/>
          <ac:spMkLst>
            <pc:docMk/>
            <pc:sldMk cId="0" sldId="260"/>
            <ac:spMk id="8" creationId="{CADF2543-1B6F-4FBC-A7AF-53A0430E05AB}"/>
          </ac:spMkLst>
        </pc:spChg>
        <pc:grpChg chg="add del">
          <ac:chgData name="Ashish maida" userId="50b8612deff7f4d1" providerId="LiveId" clId="{C7E5B8C6-F27B-4CC0-9F68-AD429DC87812}" dt="2025-12-28T03:28:50.490" v="159"/>
          <ac:grpSpMkLst>
            <pc:docMk/>
            <pc:sldMk cId="0" sldId="260"/>
            <ac:grpSpMk id="10" creationId="{A80A6E81-6B71-43DF-877B-E964A9A4CB68}"/>
          </ac:grpSpMkLst>
        </pc:grpChg>
      </pc:sldChg>
      <pc:sldChg chg="addSp delSp modSp mod modTransition setBg delDesignElem">
        <pc:chgData name="Ashish maida" userId="50b8612deff7f4d1" providerId="LiveId" clId="{C7E5B8C6-F27B-4CC0-9F68-AD429DC87812}" dt="2025-12-28T12:40:50.113" v="222" actId="1076"/>
        <pc:sldMkLst>
          <pc:docMk/>
          <pc:sldMk cId="0" sldId="261"/>
        </pc:sldMkLst>
        <pc:spChg chg="mod">
          <ac:chgData name="Ashish maida" userId="50b8612deff7f4d1" providerId="LiveId" clId="{C7E5B8C6-F27B-4CC0-9F68-AD429DC87812}" dt="2025-12-28T08:29:01.918" v="172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shish maida" userId="50b8612deff7f4d1" providerId="LiveId" clId="{C7E5B8C6-F27B-4CC0-9F68-AD429DC87812}" dt="2025-12-28T08:29:10.881" v="173" actId="1076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Ashish maida" userId="50b8612deff7f4d1" providerId="LiveId" clId="{C7E5B8C6-F27B-4CC0-9F68-AD429DC87812}" dt="2025-12-28T12:40:50.113" v="222" actId="1076"/>
          <ac:spMkLst>
            <pc:docMk/>
            <pc:sldMk cId="0" sldId="261"/>
            <ac:spMk id="5" creationId="{6E7E64CF-1B5F-AFEC-85DC-EBC11E3E3688}"/>
          </ac:spMkLst>
        </pc:spChg>
        <pc:spChg chg="add del">
          <ac:chgData name="Ashish maida" userId="50b8612deff7f4d1" providerId="LiveId" clId="{C7E5B8C6-F27B-4CC0-9F68-AD429DC87812}" dt="2025-12-28T03:28:50.490" v="159"/>
          <ac:spMkLst>
            <pc:docMk/>
            <pc:sldMk cId="0" sldId="261"/>
            <ac:spMk id="8" creationId="{CADF2543-1B6F-4FBC-A7AF-53A0430E05AB}"/>
          </ac:spMkLst>
        </pc:spChg>
        <pc:grpChg chg="add del">
          <ac:chgData name="Ashish maida" userId="50b8612deff7f4d1" providerId="LiveId" clId="{C7E5B8C6-F27B-4CC0-9F68-AD429DC87812}" dt="2025-12-28T03:28:50.490" v="159"/>
          <ac:grpSpMkLst>
            <pc:docMk/>
            <pc:sldMk cId="0" sldId="261"/>
            <ac:grpSpMk id="10" creationId="{A80A6E81-6B71-43DF-877B-E964A9A4CB68}"/>
          </ac:grpSpMkLst>
        </pc:grpChg>
      </pc:sldChg>
      <pc:sldChg chg="addSp delSp modSp mod modTransition setBg delDesignElem">
        <pc:chgData name="Ashish maida" userId="50b8612deff7f4d1" providerId="LiveId" clId="{C7E5B8C6-F27B-4CC0-9F68-AD429DC87812}" dt="2025-12-28T12:49:30.229" v="267" actId="14100"/>
        <pc:sldMkLst>
          <pc:docMk/>
          <pc:sldMk cId="0" sldId="262"/>
        </pc:sldMkLst>
        <pc:spChg chg="mod">
          <ac:chgData name="Ashish maida" userId="50b8612deff7f4d1" providerId="LiveId" clId="{C7E5B8C6-F27B-4CC0-9F68-AD429DC87812}" dt="2025-12-28T12:48:52.776" v="262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shish maida" userId="50b8612deff7f4d1" providerId="LiveId" clId="{C7E5B8C6-F27B-4CC0-9F68-AD429DC87812}" dt="2025-12-28T12:49:30.229" v="267" actId="14100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Ashish maida" userId="50b8612deff7f4d1" providerId="LiveId" clId="{C7E5B8C6-F27B-4CC0-9F68-AD429DC87812}" dt="2025-12-28T12:49:20.319" v="266" actId="1076"/>
          <ac:spMkLst>
            <pc:docMk/>
            <pc:sldMk cId="0" sldId="262"/>
            <ac:spMk id="5" creationId="{5FC2F447-B379-B72D-4E01-47A87AF60BA4}"/>
          </ac:spMkLst>
        </pc:spChg>
        <pc:spChg chg="add del">
          <ac:chgData name="Ashish maida" userId="50b8612deff7f4d1" providerId="LiveId" clId="{C7E5B8C6-F27B-4CC0-9F68-AD429DC87812}" dt="2025-12-28T03:28:50.490" v="159"/>
          <ac:spMkLst>
            <pc:docMk/>
            <pc:sldMk cId="0" sldId="262"/>
            <ac:spMk id="8" creationId="{CADF2543-1B6F-4FBC-A7AF-53A0430E05AB}"/>
          </ac:spMkLst>
        </pc:spChg>
        <pc:grpChg chg="add del">
          <ac:chgData name="Ashish maida" userId="50b8612deff7f4d1" providerId="LiveId" clId="{C7E5B8C6-F27B-4CC0-9F68-AD429DC87812}" dt="2025-12-28T03:28:50.490" v="159"/>
          <ac:grpSpMkLst>
            <pc:docMk/>
            <pc:sldMk cId="0" sldId="262"/>
            <ac:grpSpMk id="10" creationId="{A80A6E81-6B71-43DF-877B-E964A9A4CB68}"/>
          </ac:grpSpMkLst>
        </pc:grpChg>
      </pc:sldChg>
      <pc:sldChg chg="addSp delSp modSp mod modTransition setBg delDesignElem">
        <pc:chgData name="Ashish maida" userId="50b8612deff7f4d1" providerId="LiveId" clId="{C7E5B8C6-F27B-4CC0-9F68-AD429DC87812}" dt="2025-12-28T12:42:18.744" v="229" actId="115"/>
        <pc:sldMkLst>
          <pc:docMk/>
          <pc:sldMk cId="0" sldId="263"/>
        </pc:sldMkLst>
        <pc:spChg chg="mod">
          <ac:chgData name="Ashish maida" userId="50b8612deff7f4d1" providerId="LiveId" clId="{C7E5B8C6-F27B-4CC0-9F68-AD429DC87812}" dt="2025-12-28T08:27:07.380" v="163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shish maida" userId="50b8612deff7f4d1" providerId="LiveId" clId="{C7E5B8C6-F27B-4CC0-9F68-AD429DC87812}" dt="2025-12-28T08:28:19.609" v="169" actId="1076"/>
          <ac:spMkLst>
            <pc:docMk/>
            <pc:sldMk cId="0" sldId="263"/>
            <ac:spMk id="3" creationId="{00000000-0000-0000-0000-000000000000}"/>
          </ac:spMkLst>
        </pc:spChg>
        <pc:spChg chg="add mod">
          <ac:chgData name="Ashish maida" userId="50b8612deff7f4d1" providerId="LiveId" clId="{C7E5B8C6-F27B-4CC0-9F68-AD429DC87812}" dt="2025-12-28T12:42:18.744" v="229" actId="115"/>
          <ac:spMkLst>
            <pc:docMk/>
            <pc:sldMk cId="0" sldId="263"/>
            <ac:spMk id="5" creationId="{BCAA6AE3-F7DD-E63A-053B-C4F5E8470D79}"/>
          </ac:spMkLst>
        </pc:spChg>
        <pc:spChg chg="add del">
          <ac:chgData name="Ashish maida" userId="50b8612deff7f4d1" providerId="LiveId" clId="{C7E5B8C6-F27B-4CC0-9F68-AD429DC87812}" dt="2025-12-28T03:28:50.490" v="159"/>
          <ac:spMkLst>
            <pc:docMk/>
            <pc:sldMk cId="0" sldId="263"/>
            <ac:spMk id="8" creationId="{CADF2543-1B6F-4FBC-A7AF-53A0430E05AB}"/>
          </ac:spMkLst>
        </pc:spChg>
        <pc:grpChg chg="add del">
          <ac:chgData name="Ashish maida" userId="50b8612deff7f4d1" providerId="LiveId" clId="{C7E5B8C6-F27B-4CC0-9F68-AD429DC87812}" dt="2025-12-28T03:28:50.490" v="159"/>
          <ac:grpSpMkLst>
            <pc:docMk/>
            <pc:sldMk cId="0" sldId="263"/>
            <ac:grpSpMk id="10" creationId="{A80A6E81-6B71-43DF-877B-E964A9A4CB68}"/>
          </ac:grpSpMkLst>
        </pc:grpChg>
      </pc:sldChg>
      <pc:sldChg chg="addSp delSp modSp mod modTransition setBg delDesignElem">
        <pc:chgData name="Ashish maida" userId="50b8612deff7f4d1" providerId="LiveId" clId="{C7E5B8C6-F27B-4CC0-9F68-AD429DC87812}" dt="2025-12-28T12:50:57.694" v="274" actId="5793"/>
        <pc:sldMkLst>
          <pc:docMk/>
          <pc:sldMk cId="0" sldId="264"/>
        </pc:sldMkLst>
        <pc:spChg chg="mod">
          <ac:chgData name="Ashish maida" userId="50b8612deff7f4d1" providerId="LiveId" clId="{C7E5B8C6-F27B-4CC0-9F68-AD429DC87812}" dt="2025-12-28T08:26:49.898" v="162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Ashish maida" userId="50b8612deff7f4d1" providerId="LiveId" clId="{C7E5B8C6-F27B-4CC0-9F68-AD429DC87812}" dt="2025-12-28T08:28:05.178" v="168" actId="1076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Ashish maida" userId="50b8612deff7f4d1" providerId="LiveId" clId="{C7E5B8C6-F27B-4CC0-9F68-AD429DC87812}" dt="2025-12-28T12:50:57.694" v="274" actId="5793"/>
          <ac:spMkLst>
            <pc:docMk/>
            <pc:sldMk cId="0" sldId="264"/>
            <ac:spMk id="5" creationId="{316D4A74-429A-58DB-5B72-E8360327565A}"/>
          </ac:spMkLst>
        </pc:spChg>
        <pc:spChg chg="add del">
          <ac:chgData name="Ashish maida" userId="50b8612deff7f4d1" providerId="LiveId" clId="{C7E5B8C6-F27B-4CC0-9F68-AD429DC87812}" dt="2025-12-28T03:28:50.490" v="159"/>
          <ac:spMkLst>
            <pc:docMk/>
            <pc:sldMk cId="0" sldId="264"/>
            <ac:spMk id="8" creationId="{CADF2543-1B6F-4FBC-A7AF-53A0430E05AB}"/>
          </ac:spMkLst>
        </pc:spChg>
        <pc:grpChg chg="add del">
          <ac:chgData name="Ashish maida" userId="50b8612deff7f4d1" providerId="LiveId" clId="{C7E5B8C6-F27B-4CC0-9F68-AD429DC87812}" dt="2025-12-28T03:28:50.490" v="159"/>
          <ac:grpSpMkLst>
            <pc:docMk/>
            <pc:sldMk cId="0" sldId="264"/>
            <ac:grpSpMk id="10" creationId="{A80A6E81-6B71-43DF-877B-E964A9A4CB68}"/>
          </ac:grpSpMkLst>
        </pc:grpChg>
      </pc:sldChg>
      <pc:sldChg chg="addSp delSp modSp mod modTransition setBg delDesignElem">
        <pc:chgData name="Ashish maida" userId="50b8612deff7f4d1" providerId="LiveId" clId="{C7E5B8C6-F27B-4CC0-9F68-AD429DC87812}" dt="2025-12-28T08:27:52.562" v="167" actId="1076"/>
        <pc:sldMkLst>
          <pc:docMk/>
          <pc:sldMk cId="0" sldId="265"/>
        </pc:sldMkLst>
        <pc:spChg chg="mod">
          <ac:chgData name="Ashish maida" userId="50b8612deff7f4d1" providerId="LiveId" clId="{C7E5B8C6-F27B-4CC0-9F68-AD429DC87812}" dt="2025-12-28T08:26:18.893" v="161" actId="14100"/>
          <ac:spMkLst>
            <pc:docMk/>
            <pc:sldMk cId="0" sldId="265"/>
            <ac:spMk id="2" creationId="{00000000-0000-0000-0000-000000000000}"/>
          </ac:spMkLst>
        </pc:spChg>
        <pc:spChg chg="mod">
          <ac:chgData name="Ashish maida" userId="50b8612deff7f4d1" providerId="LiveId" clId="{C7E5B8C6-F27B-4CC0-9F68-AD429DC87812}" dt="2025-12-28T08:27:52.562" v="167" actId="1076"/>
          <ac:spMkLst>
            <pc:docMk/>
            <pc:sldMk cId="0" sldId="265"/>
            <ac:spMk id="3" creationId="{00000000-0000-0000-0000-000000000000}"/>
          </ac:spMkLst>
        </pc:spChg>
        <pc:spChg chg="add del">
          <ac:chgData name="Ashish maida" userId="50b8612deff7f4d1" providerId="LiveId" clId="{C7E5B8C6-F27B-4CC0-9F68-AD429DC87812}" dt="2025-12-28T03:28:50.490" v="159"/>
          <ac:spMkLst>
            <pc:docMk/>
            <pc:sldMk cId="0" sldId="265"/>
            <ac:spMk id="8" creationId="{CADF2543-1B6F-4FBC-A7AF-53A0430E05AB}"/>
          </ac:spMkLst>
        </pc:spChg>
        <pc:grpChg chg="add del">
          <ac:chgData name="Ashish maida" userId="50b8612deff7f4d1" providerId="LiveId" clId="{C7E5B8C6-F27B-4CC0-9F68-AD429DC87812}" dt="2025-12-28T03:28:50.490" v="159"/>
          <ac:grpSpMkLst>
            <pc:docMk/>
            <pc:sldMk cId="0" sldId="265"/>
            <ac:grpSpMk id="10" creationId="{A80A6E81-6B71-43DF-877B-E964A9A4CB68}"/>
          </ac:grpSpMkLst>
        </pc:grpChg>
      </pc:sldChg>
      <pc:sldMasterChg chg="setBg modSldLayout">
        <pc:chgData name="Ashish maida" userId="50b8612deff7f4d1" providerId="LiveId" clId="{C7E5B8C6-F27B-4CC0-9F68-AD429DC87812}" dt="2025-12-28T03:17:39.211" v="98"/>
        <pc:sldMasterMkLst>
          <pc:docMk/>
          <pc:sldMasterMk cId="1483433931" sldId="2147483696"/>
        </pc:sldMasterMkLst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3403488679" sldId="2147483697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2599646454" sldId="2147483698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112516031" sldId="2147483699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3558137042" sldId="2147483700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3389818058" sldId="2147483701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3565710609" sldId="2147483702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536295372" sldId="2147483703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1719288872" sldId="2147483704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1134906724" sldId="2147483705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2256737656" sldId="2147483706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3997475929" sldId="2147483707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3440896919" sldId="2147483708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3633723988" sldId="2147483709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3422304375" sldId="2147483710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1155124956" sldId="2147483711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1504256333" sldId="2147483712"/>
          </pc:sldLayoutMkLst>
        </pc:sldLayoutChg>
        <pc:sldLayoutChg chg="setBg">
          <pc:chgData name="Ashish maida" userId="50b8612deff7f4d1" providerId="LiveId" clId="{C7E5B8C6-F27B-4CC0-9F68-AD429DC87812}" dt="2025-12-28T03:17:39.211" v="98"/>
          <pc:sldLayoutMkLst>
            <pc:docMk/>
            <pc:sldMasterMk cId="1483433931" sldId="2147483696"/>
            <pc:sldLayoutMk cId="113243173" sldId="214748371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88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4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3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18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10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9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8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06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3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75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0896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23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2304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24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56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3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13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339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2044" y="206828"/>
            <a:ext cx="6619243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dirty="0"/>
              <a:t>Glamour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2043" y="3449323"/>
            <a:ext cx="6619243" cy="8614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Beauty Products Sales Performance Overview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759" y="420688"/>
            <a:ext cx="6400800" cy="1507067"/>
          </a:xfrm>
        </p:spPr>
        <p:txBody>
          <a:bodyPr>
            <a:normAutofit/>
          </a:bodyPr>
          <a:lstStyle/>
          <a:p>
            <a:pPr algn="ctr"/>
            <a:r>
              <a:rPr b="1" u="sng" dirty="0">
                <a:solidFill>
                  <a:schemeClr val="tx1">
                    <a:lumMod val="50000"/>
                  </a:schemeClr>
                </a:solidFill>
              </a:rP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130" y="1067026"/>
            <a:ext cx="6400800" cy="3615267"/>
          </a:xfrm>
        </p:spPr>
        <p:txBody>
          <a:bodyPr>
            <a:normAutofit/>
          </a:bodyPr>
          <a:lstStyle/>
          <a:p>
            <a:pPr>
              <a:buClr>
                <a:schemeClr val="accent2">
                  <a:lumMod val="50000"/>
                </a:schemeClr>
              </a:buClr>
              <a:buFont typeface="Century Gothic" panose="020B0502020202020204" pitchFamily="34" charset="0"/>
              <a:buChar char="►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This dashboard provides a complete view of beauty product sales performance.</a:t>
            </a:r>
          </a:p>
          <a:p>
            <a:pPr>
              <a:buClr>
                <a:schemeClr val="accent2">
                  <a:lumMod val="50000"/>
                </a:schemeClr>
              </a:buClr>
              <a:buFont typeface="Century Gothic" panose="020B0502020202020204" pitchFamily="34" charset="0"/>
              <a:buChar char="►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It highlights sales, orders, profit, customer behavior, and trends.</a:t>
            </a:r>
          </a:p>
          <a:p>
            <a:pPr>
              <a:buClr>
                <a:schemeClr val="accent2">
                  <a:lumMod val="50000"/>
                </a:schemeClr>
              </a:buClr>
              <a:buFont typeface="Century Gothic" panose="020B0502020202020204" pitchFamily="34" charset="0"/>
              <a:buChar char="►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Filters allow analysis by region for better decision-making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7662012" cy="1507067"/>
          </a:xfrm>
        </p:spPr>
        <p:txBody>
          <a:bodyPr>
            <a:normAutofit/>
          </a:bodyPr>
          <a:lstStyle/>
          <a:p>
            <a:pPr algn="ctr"/>
            <a:r>
              <a:rPr b="1" u="sng" dirty="0">
                <a:solidFill>
                  <a:schemeClr val="tx1">
                    <a:lumMod val="50000"/>
                  </a:schemeClr>
                </a:solidFill>
              </a:rP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461" y="1088797"/>
            <a:ext cx="6400800" cy="4626203"/>
          </a:xfrm>
        </p:spPr>
        <p:txBody>
          <a:bodyPr>
            <a:normAutofit/>
          </a:bodyPr>
          <a:lstStyle/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Total Sales: 8M indicates strong overall revenue.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Total Orders: 2000 shows healthy customer demand.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Total Profit: 2.08M reflects good business profitability.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CD336-69CB-5C01-1670-51AEE821A531}"/>
              </a:ext>
            </a:extLst>
          </p:cNvPr>
          <p:cNvSpPr txBox="1"/>
          <p:nvPr/>
        </p:nvSpPr>
        <p:spPr>
          <a:xfrm>
            <a:off x="536461" y="4483465"/>
            <a:ext cx="7257710" cy="1146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u="sng" dirty="0">
                <a:solidFill>
                  <a:schemeClr val="accent2">
                    <a:lumMod val="50000"/>
                  </a:schemeClr>
                </a:solidFill>
              </a:rPr>
              <a:t>Insight:</a:t>
            </a:r>
            <a:endParaRPr lang="en-US" b="1" u="sng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Healthy profit margin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indicates efficient cost management and pricing strategy.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5159" y="485244"/>
            <a:ext cx="6400800" cy="1507067"/>
          </a:xfrm>
        </p:spPr>
        <p:txBody>
          <a:bodyPr>
            <a:normAutofit/>
          </a:bodyPr>
          <a:lstStyle/>
          <a:p>
            <a:pPr algn="ctr"/>
            <a:r>
              <a:rPr b="1" u="sng" dirty="0">
                <a:solidFill>
                  <a:schemeClr val="tx1">
                    <a:lumMod val="50000"/>
                  </a:schemeClr>
                </a:solidFill>
              </a:rPr>
              <a:t>Sales by Product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575" y="990825"/>
            <a:ext cx="6400800" cy="3615267"/>
          </a:xfrm>
        </p:spPr>
        <p:txBody>
          <a:bodyPr>
            <a:normAutofit/>
          </a:bodyPr>
          <a:lstStyle/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Haircare is the highest-selling product category.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Fragrance and Personal Care also contribute significantly.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Skincare shows comparatively lower sales and growth opportunity.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3EC4D-66CB-1D5A-D8C3-E5971AE6B3E4}"/>
              </a:ext>
            </a:extLst>
          </p:cNvPr>
          <p:cNvSpPr txBox="1"/>
          <p:nvPr/>
        </p:nvSpPr>
        <p:spPr>
          <a:xfrm>
            <a:off x="525575" y="4201886"/>
            <a:ext cx="6400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u="sng" dirty="0">
                <a:solidFill>
                  <a:schemeClr val="accent2">
                    <a:lumMod val="50000"/>
                  </a:schemeClr>
                </a:solidFill>
              </a:rPr>
              <a:t>Insight:</a:t>
            </a:r>
            <a:endParaRPr lang="en-US" b="1" u="sng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Haircare products are the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top revenue drivers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Skincare may need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promotions or product enhancement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216" y="485244"/>
            <a:ext cx="6400800" cy="1507067"/>
          </a:xfrm>
        </p:spPr>
        <p:txBody>
          <a:bodyPr>
            <a:normAutofit/>
          </a:bodyPr>
          <a:lstStyle/>
          <a:p>
            <a:pPr algn="ctr"/>
            <a:r>
              <a:rPr b="1" u="sng" dirty="0">
                <a:solidFill>
                  <a:schemeClr val="tx1">
                    <a:lumMod val="50000"/>
                  </a:schemeClr>
                </a:solidFill>
              </a:rPr>
              <a:t>Customer Gender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689" y="1154111"/>
            <a:ext cx="6400800" cy="3615267"/>
          </a:xfrm>
        </p:spPr>
        <p:txBody>
          <a:bodyPr>
            <a:normAutofit/>
          </a:bodyPr>
          <a:lstStyle/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Sales contribution is almost equally split between male and female customers.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Female customers show a slightly higher purchase value.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Gender-based campaigns can further increase engagement.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36903-DA82-0AB5-08A5-B2C1C22C8659}"/>
              </a:ext>
            </a:extLst>
          </p:cNvPr>
          <p:cNvSpPr txBox="1"/>
          <p:nvPr/>
        </p:nvSpPr>
        <p:spPr>
          <a:xfrm>
            <a:off x="514688" y="4503560"/>
            <a:ext cx="6965327" cy="1562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u="sng" dirty="0">
                <a:solidFill>
                  <a:schemeClr val="accent2">
                    <a:lumMod val="50000"/>
                  </a:schemeClr>
                </a:solidFill>
              </a:rPr>
              <a:t>Insight:</a:t>
            </a:r>
            <a:endParaRPr lang="en-US" b="1" u="sng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Brand appeal is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gender-neutral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Opportunity to launch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unisex or cross-gender marketing campaigns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102" y="485244"/>
            <a:ext cx="6400800" cy="1507067"/>
          </a:xfrm>
        </p:spPr>
        <p:txBody>
          <a:bodyPr>
            <a:normAutofit/>
          </a:bodyPr>
          <a:lstStyle/>
          <a:p>
            <a:pPr algn="ctr"/>
            <a:r>
              <a:rPr b="1" u="sng" dirty="0">
                <a:solidFill>
                  <a:schemeClr val="tx1">
                    <a:lumMod val="50000"/>
                  </a:schemeClr>
                </a:solidFill>
              </a:rPr>
              <a:t>Orders by Payment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787" y="1217231"/>
            <a:ext cx="6400800" cy="3615267"/>
          </a:xfrm>
        </p:spPr>
        <p:txBody>
          <a:bodyPr>
            <a:normAutofit/>
          </a:bodyPr>
          <a:lstStyle/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UPI, Credit Card, and Cash are the most used payment methods.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Digital payment methods dominate overall transactions.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Optimizing digital offers can improve checkout conversions.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E64CF-1B5F-AFEC-85DC-EBC11E3E3688}"/>
              </a:ext>
            </a:extLst>
          </p:cNvPr>
          <p:cNvSpPr txBox="1"/>
          <p:nvPr/>
        </p:nvSpPr>
        <p:spPr>
          <a:xfrm>
            <a:off x="643787" y="4505990"/>
            <a:ext cx="6638756" cy="2116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i="1" u="sng" dirty="0">
                <a:solidFill>
                  <a:schemeClr val="accent2">
                    <a:lumMod val="50000"/>
                  </a:schemeClr>
                </a:solidFill>
              </a:rPr>
              <a:t>Insight:</a:t>
            </a:r>
            <a:endParaRPr lang="en-US" b="1" u="sng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Digital payments dominate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, showing strong adoption of online transactions.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Business should continue investing in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digital payment offers and cashback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5672" y="267530"/>
            <a:ext cx="6584327" cy="1127314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chemeClr val="tx1">
                    <a:lumMod val="50000"/>
                  </a:schemeClr>
                </a:solidFill>
              </a:rPr>
              <a:t>Top 5 Brands by Sales</a:t>
            </a:r>
            <a:br>
              <a:rPr lang="en-US" b="1" dirty="0">
                <a:solidFill>
                  <a:schemeClr val="accent2">
                    <a:lumMod val="50000"/>
                  </a:schemeClr>
                </a:solidFill>
              </a:rPr>
            </a:br>
            <a:endParaRPr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927" y="831187"/>
            <a:ext cx="6400800" cy="2478070"/>
          </a:xfrm>
        </p:spPr>
        <p:txBody>
          <a:bodyPr>
            <a:normAutofit/>
          </a:bodyPr>
          <a:lstStyle/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L’Oreal leads in total sales among all brands. – Highest sales (~₹1.23M)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Maybelline and Mamaearth closely follow.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Consistent performance across brands shows balanced portfolio strength.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2F447-B379-B72D-4E01-47A87AF60BA4}"/>
              </a:ext>
            </a:extLst>
          </p:cNvPr>
          <p:cNvSpPr txBox="1"/>
          <p:nvPr/>
        </p:nvSpPr>
        <p:spPr>
          <a:xfrm>
            <a:off x="625927" y="3079017"/>
            <a:ext cx="7875813" cy="3778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Top 5 Brands by Sales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L’Oreal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– Highest sales (~₹1.23M)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Maybelline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Mama earth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WOW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Nivea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i="1" u="sng" dirty="0">
                <a:solidFill>
                  <a:schemeClr val="accent2">
                    <a:lumMod val="50000"/>
                  </a:schemeClr>
                </a:solidFill>
              </a:rPr>
              <a:t>Insight:</a:t>
            </a:r>
            <a:endParaRPr lang="en-US" b="1" u="sng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Premium and trusted brands perform best.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Lesser brands can be boosted through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bundling with top brands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187" y="485244"/>
            <a:ext cx="6400800" cy="1507067"/>
          </a:xfrm>
        </p:spPr>
        <p:txBody>
          <a:bodyPr>
            <a:normAutofit/>
          </a:bodyPr>
          <a:lstStyle/>
          <a:p>
            <a:pPr algn="ctr"/>
            <a:r>
              <a:rPr b="1" u="sng" dirty="0">
                <a:solidFill>
                  <a:schemeClr val="tx1">
                    <a:lumMod val="50000"/>
                  </a:schemeClr>
                </a:solidFill>
              </a:rPr>
              <a:t>Monthly Sales and Profit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1067026"/>
            <a:ext cx="6400800" cy="3615267"/>
          </a:xfrm>
        </p:spPr>
        <p:txBody>
          <a:bodyPr>
            <a:normAutofit/>
          </a:bodyPr>
          <a:lstStyle/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Sales peak during the first half of the year.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Noticeable drop in sales and profit around July and August.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Recovery is observed towards the year-end months.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A6AE3-F7DD-E63A-053B-C4F5E8470D79}"/>
              </a:ext>
            </a:extLst>
          </p:cNvPr>
          <p:cNvSpPr txBox="1"/>
          <p:nvPr/>
        </p:nvSpPr>
        <p:spPr>
          <a:xfrm>
            <a:off x="513158" y="4567424"/>
            <a:ext cx="6965327" cy="1701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i="1" u="sng" dirty="0">
                <a:solidFill>
                  <a:schemeClr val="accent2">
                    <a:lumMod val="50000"/>
                  </a:schemeClr>
                </a:solidFill>
              </a:rPr>
              <a:t>Insight:</a:t>
            </a:r>
            <a:endParaRPr lang="en-US" b="1" u="sng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Sales show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seasonality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Mid-year slump suggests need for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festive offers or mid-season campaigns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8" y="485244"/>
            <a:ext cx="8108327" cy="1507067"/>
          </a:xfrm>
        </p:spPr>
        <p:txBody>
          <a:bodyPr>
            <a:normAutofit/>
          </a:bodyPr>
          <a:lstStyle/>
          <a:p>
            <a:pPr algn="ctr"/>
            <a:r>
              <a:rPr b="1" u="sng" dirty="0">
                <a:solidFill>
                  <a:schemeClr val="tx1">
                    <a:lumMod val="50000"/>
                  </a:schemeClr>
                </a:solidFill>
              </a:rPr>
              <a:t>Regional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130" y="1217231"/>
            <a:ext cx="6400800" cy="3615267"/>
          </a:xfrm>
        </p:spPr>
        <p:txBody>
          <a:bodyPr>
            <a:normAutofit/>
          </a:bodyPr>
          <a:lstStyle/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Regional slicer allows comparison across Central, East, North, South, and West.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Some regions contribute more consistently to sales.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Region-wise strategies can help boost underperforming areas.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D4A74-429A-58DB-5B72-E8360327565A}"/>
              </a:ext>
            </a:extLst>
          </p:cNvPr>
          <p:cNvSpPr txBox="1"/>
          <p:nvPr/>
        </p:nvSpPr>
        <p:spPr>
          <a:xfrm>
            <a:off x="713014" y="4745631"/>
            <a:ext cx="7819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u="sng" dirty="0">
                <a:solidFill>
                  <a:schemeClr val="accent2">
                    <a:lumMod val="50000"/>
                  </a:schemeClr>
                </a:solidFill>
              </a:rPr>
              <a:t>Insight:</a:t>
            </a:r>
            <a:endParaRPr lang="en-US" b="1" u="sng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Region-wise strategy helps optimize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inventory and marketing spend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8" y="485244"/>
            <a:ext cx="7095955" cy="1507067"/>
          </a:xfrm>
        </p:spPr>
        <p:txBody>
          <a:bodyPr>
            <a:normAutofit/>
          </a:bodyPr>
          <a:lstStyle/>
          <a:p>
            <a:pPr algn="ctr"/>
            <a:r>
              <a:rPr b="1" u="sng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1491569"/>
            <a:ext cx="6400800" cy="3615267"/>
          </a:xfrm>
        </p:spPr>
        <p:txBody>
          <a:bodyPr>
            <a:normAutofit/>
          </a:bodyPr>
          <a:lstStyle/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The business is performing well with strong sales and profitability.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Haircare products and top brands drive maximum revenue.</a:t>
            </a:r>
          </a:p>
          <a:p>
            <a:pPr>
              <a:buClr>
                <a:schemeClr val="accent2">
                  <a:lumMod val="50000"/>
                </a:schemeClr>
              </a:buCl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Focus on skincare growth, regional optimization, and digital payments can enhance future performance.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451</Words>
  <Application>Microsoft Office PowerPoint</Application>
  <PresentationFormat>On-screen Show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Slice</vt:lpstr>
      <vt:lpstr>Glamour Analytics Dashboard</vt:lpstr>
      <vt:lpstr>Dashboard Overview</vt:lpstr>
      <vt:lpstr>Key Performance Indicators (KPIs)</vt:lpstr>
      <vt:lpstr>Sales by Product Category</vt:lpstr>
      <vt:lpstr>Customer Gender Analysis</vt:lpstr>
      <vt:lpstr>Orders by Payment Mode</vt:lpstr>
      <vt:lpstr>Top 5 Brands by Sales </vt:lpstr>
      <vt:lpstr>Monthly Sales and Profit Trend</vt:lpstr>
      <vt:lpstr>Regional Performance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maida</cp:lastModifiedBy>
  <cp:revision>1</cp:revision>
  <dcterms:created xsi:type="dcterms:W3CDTF">2013-01-27T09:14:16Z</dcterms:created>
  <dcterms:modified xsi:type="dcterms:W3CDTF">2025-12-29T03:45:10Z</dcterms:modified>
  <cp:category/>
</cp:coreProperties>
</file>